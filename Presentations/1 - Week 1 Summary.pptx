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Wt0ANUiMCNyAshQYtaf9/hE/S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Beyond Explainability: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8F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5F8FA"/>
                </a:solidFill>
                <a:latin typeface="Calibri"/>
                <a:ea typeface="Calibri"/>
                <a:cs typeface="Calibri"/>
                <a:sym typeface="Calibri"/>
              </a:rPr>
              <a:t>Master's Thesis Proposal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8F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5F8FA"/>
                </a:solidFill>
                <a:latin typeface="Calibri"/>
                <a:ea typeface="Calibri"/>
                <a:cs typeface="Calibri"/>
                <a:sym typeface="Calibri"/>
              </a:rPr>
              <a:t>Medical Image Analysis &amp; Explainable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February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 Problem: Current Limitations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457200" y="1188720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Traditional Explainability Falls Short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Attention maps and SHAP show </a:t>
            </a:r>
            <a:r>
              <a:rPr b="1" i="1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1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the model looked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But not </a:t>
            </a:r>
            <a:r>
              <a:rPr b="1" i="1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0" i="1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it made that decision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754880" y="1188720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Clinically Challenging Cases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Gap: From Explanation to Clinical Support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Doctors need clinical arguments and evidence-based reasoning, not just pixel-level heatmaps. Current AI models don't bridge this gap.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Research Goal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1188720" y="1463040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Move from "Explain the prediction" to "Support the prediction with evidence"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40080" y="2926080"/>
            <a:ext cx="256032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640080" y="3108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1. Attributes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22960" y="3657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Clinical features like color, texture, border, vessels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474720" y="2926080"/>
            <a:ext cx="256032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3474720" y="3108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2. Examples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657600" y="3657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Similar cases from training data with evidence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309360" y="2926080"/>
            <a:ext cx="256032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309360" y="3108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3. Contrasts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92240" y="36576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Why class A rather than class B?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40080" y="27432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Approach 1: Attribute-Based Explanations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731520" y="1188720"/>
            <a:ext cx="2011680" cy="731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31520" y="118872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4"/>
          <p:cNvCxnSpPr/>
          <p:nvPr/>
        </p:nvCxnSpPr>
        <p:spPr>
          <a:xfrm>
            <a:off x="2926080" y="1554480"/>
            <a:ext cx="731520" cy="0"/>
          </a:xfrm>
          <a:prstGeom prst="straightConnector1">
            <a:avLst/>
          </a:prstGeom>
          <a:noFill/>
          <a:ln cap="flat" cmpd="sng" w="381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4"/>
          <p:cNvSpPr/>
          <p:nvPr/>
        </p:nvSpPr>
        <p:spPr>
          <a:xfrm>
            <a:off x="3840480" y="1188720"/>
            <a:ext cx="2011680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3840480" y="118872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4"/>
          <p:cNvCxnSpPr/>
          <p:nvPr/>
        </p:nvCxnSpPr>
        <p:spPr>
          <a:xfrm>
            <a:off x="6035040" y="1554480"/>
            <a:ext cx="731520" cy="0"/>
          </a:xfrm>
          <a:prstGeom prst="straightConnector1">
            <a:avLst/>
          </a:prstGeom>
          <a:noFill/>
          <a:ln cap="flat" cmpd="sng" w="381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4"/>
          <p:cNvSpPr/>
          <p:nvPr/>
        </p:nvSpPr>
        <p:spPr>
          <a:xfrm>
            <a:off x="6949440" y="1188720"/>
            <a:ext cx="2011680" cy="731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949440" y="118872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2286000"/>
            <a:ext cx="40233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Concept Bottleneck Models (CBM)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0080" y="2926080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Model predicts interpretable attributes: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Color: brown/black/pink/red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Texture: scaly/smooth/shiny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Structures: vessels/cysts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Border: regular/irregular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Symmetry, diameter, elevation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Then uses these for final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663440" y="2286000"/>
            <a:ext cx="40233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Clinical Benefits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846320" y="2926080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Clinically meaningful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Matches dermatologist thinking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Auditable predictions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Can verify attribute 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Error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Identify which attributes failed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40080" y="27432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Approach 2: Example-Based Support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188720" y="128016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"Show me similar cases" - How doctors naturally reason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2286000"/>
            <a:ext cx="40233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Prototype Networks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0080" y="2926080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Learn visual prototypes: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"Brown scaly patch"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"Shiny pink ulcer"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"Irregular pigment network"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Explanation: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"Matches prototype #12 (BKL)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Does not match prototype #7 (BCC)"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63440" y="2286000"/>
            <a:ext cx="40233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kNN in Embedding Space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846320" y="2926080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Retrieve nearest neighbors: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1. 3 closest BKL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2. Distance to BCC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Benefits: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 ✓ Builds trust with doctors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 ✓ Error detection 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 ✓ Data-centric debugging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40080" y="27432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Approach 3: Contrastive Explanations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188720" y="128016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Critical for confusion pairs: BKL-BCC, MEL-NV, SCCKA-BCC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solidFill>
            <a:srgbClr val="FFEBEE"/>
          </a:solidFill>
          <a:ln cap="flat" cmpd="sng" w="254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❌  "It is BKL"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754880" y="2286000"/>
            <a:ext cx="3657600" cy="73152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754880" y="22860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 "It is BKL rather than BCC because..."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3383280"/>
            <a:ext cx="402336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Attribute Contrast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40080" y="39319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"Compared to BCC, this lesion: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More keratotic texture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Fewer vessels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More brown pigmentation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Sharper borders"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663440" y="3383280"/>
            <a:ext cx="402336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Counterfactual Explanations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846320" y="39319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"What would need to change?"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If this lesion had: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Stronger vascular structures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Pink color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Model would predict BCC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40080" y="27432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Clinical Decision Support Output Example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Decision Support Report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Prediction: </a:t>
            </a: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BKL (0.71)    </a:t>
            </a:r>
            <a:r>
              <a:rPr b="1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Alternative: </a:t>
            </a: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BCC (0.65)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Supporting Evidence: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Similar cases: 3 nearest neighbors are BKL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Attributes detected: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   - Keratotic texture 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   - Brown pigmentation 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   - No arborizing vessels 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Difference vs BCC: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Lacks pink ulceration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Lacks vessel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• More prominent brown keratotic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Expected Contributions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1. Technical Innovation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Novel combination of attribute-based, example-based, and contrastive methods specifically designed for confusing skin lesion pairs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57200" y="2651760"/>
            <a:ext cx="8229600" cy="1188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2. Clinical 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Transform AI from black-box classifier to clinical decision support tool that provides evidence-based reasoning aligned with dermatological practice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4114800"/>
            <a:ext cx="8229600" cy="11887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3. Research Advancement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40080" y="46634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Demonstrate that moving beyond traditional explainability to evidence-based support improves both model interpretability and clinical utility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Research Plan &amp; Methodology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Literature &amp;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40080" y="18288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Review CBM, prototypes, contrastive XAI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Find attribute-annotated skin lesion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Analyze confusion pairs in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2: Model Development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937760" y="18288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Implement CBM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Develop prototype/kNN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Build contrastive explanation module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457200" y="3108960"/>
            <a:ext cx="393192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457200" y="31089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3: Evaluation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40080" y="37490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Quantitative: accuracy on confusion pairs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Qualitative: clinical utility assessment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Compare vs baseline explainability methods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4: Thesis Writing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937760" y="37490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Document methodology &amp;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Clinical case studies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Future work &amp; limitations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640080" y="27432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Key Research Areas &amp; Literature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/>
          <p:nvPr/>
        </p:nvSpPr>
        <p:spPr>
          <a:xfrm>
            <a:off x="457200" y="1188720"/>
            <a:ext cx="402336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Core Methodologies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640080" y="1783080"/>
            <a:ext cx="3657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Concept Bottleneck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Concept-based explanations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Prototype networks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(ProtoPNet, ProtoTree)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Case-based reasoning in 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Contrastive explanations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Counterfactual explanations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Concept attribution (TCAV)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Interpretable representation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Nearest-neighbor methods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663440" y="1188720"/>
            <a:ext cx="402336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Target Venues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846320" y="1783080"/>
            <a:ext cx="3657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Conferences: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MICCAI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NeurIPS (XAI track)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CVPR / ICCV / ECCV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Journals: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Nature Machine Intelligence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IEEE TMI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Medical Image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Focus: 2023-2025 publications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Summary: Beyond Black Box to Clinical Partner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1371600" y="2468880"/>
            <a:ext cx="6400800" cy="1188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1645920" y="265176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Transform AI from explainable to supportive by providing clinically meaningful evidence, similar cases, and contrastive reasoning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2026-02-02T20:49:12Z</dcterms:created>
  <dc:creator>Thesis Candidate</dc:creator>
</cp:coreProperties>
</file>